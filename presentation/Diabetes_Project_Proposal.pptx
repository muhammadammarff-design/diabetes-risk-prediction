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9E0B"/>
                </a:solidFill>
                <a:latin typeface="Calibri"/>
              </a:rPr>
              <a:t>INTRODUCTION TO DATA SCIENCE  · 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1E293B"/>
                </a:solidFill>
                <a:latin typeface="Calibri"/>
              </a:rPr>
              <a:t>Diabetes Risk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475569"/>
                </a:solidFill>
                <a:latin typeface="Calibri"/>
              </a:rPr>
              <a:t>A supervised machine-learning study on 70,693 BRFSS patient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914400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Calibri"/>
              </a:rPr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Ali Raza            ·  2540010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Muhammad Ammar  ·  2540008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Taha Ali              ·  2540008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Calibri"/>
              </a:rPr>
              <a:t>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Sir Zaki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349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F766E"/>
                </a:solidFill>
                <a:latin typeface="Calibri"/>
              </a:rPr>
              <a:t>SEMESTER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293B"/>
                </a:solidFill>
                <a:latin typeface="Calibri"/>
              </a:rPr>
              <a:t>Semester 2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Diabetes Risk Prediction  ·  Intro to Data Science  ·  Sem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01  ·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Calibri"/>
              </a:rPr>
              <a:t>The Problem and Our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Why this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Diabetes affects 1 in 11 adults worldwide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Early detection saves lives and lowers cost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Survey data can flag high-risk patients early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Our model learns these patterns from real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011680"/>
            <a:ext cx="4846320" cy="4206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2011680"/>
            <a:ext cx="484632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756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DATASET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6974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97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CDC BRFSS 2015  (Kaggle)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20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200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70,693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703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21 health indicators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2062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4206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Diabetes_binary  (0 /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7091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709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Balanced 50 /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212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Task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212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alibri"/>
              </a:rPr>
              <a:t>Binary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Diabetes Risk Prediction  ·  Intro to Data Science  ·  Sem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3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02  · 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Calibri"/>
              </a:rPr>
              <a:t>Objectives &amp; Measurable Goals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Objectives  ·  what we will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Load the dataset and describe its structure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Clean data — duplicates, dtypes, missing values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Run EDA and analyse correlation with the target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Train a Random Forest classifier (supervised)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Evaluate accuracy, confusion matrix,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Goals  ·  how we measure 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Reach ≥ 80% test accuracy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Surface top 5 diabetes risk factors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■  </a:t>
            </a:r>
            <a:r>
              <a:rPr sz="1400">
                <a:solidFill>
                  <a:srgbClr val="475569"/>
                </a:solidFill>
                <a:latin typeface="Calibri"/>
              </a:rPr>
              <a:t>Deliver notebook + final 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4480560"/>
            <a:ext cx="4846320" cy="17373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4480560"/>
            <a:ext cx="73152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47091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LEARNING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9834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93B"/>
                </a:solidFill>
                <a:latin typeface="Calibri"/>
              </a:rPr>
              <a:t>Supervised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54406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Target is labeled (0 / 1)  →  Binary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Diabetes Risk Prediction  ·  Intro to Data Science  ·  Sem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03  · 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Calibri"/>
              </a:rPr>
              <a:t>Project Block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30428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Data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Load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17720" y="230428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Data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Duplicates · dtypes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210312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230428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26771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EDA &amp;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063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Stats · heatmap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31920" y="2715768"/>
            <a:ext cx="411480" cy="329184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818120" y="2715768"/>
            <a:ext cx="411480" cy="329184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448056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468172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464515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Model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Random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48056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468172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64515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Model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Accuracy · matrix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80560"/>
            <a:ext cx="338328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4681728"/>
            <a:ext cx="502920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645152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Insights &amp;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293B"/>
                </a:solidFill>
                <a:latin typeface="Calibri"/>
              </a:rP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alibri"/>
              </a:rPr>
              <a:t>Top risk factors</a:t>
            </a:r>
          </a:p>
        </p:txBody>
      </p:sp>
      <p:sp>
        <p:nvSpPr>
          <p:cNvPr id="34" name="Left Arrow 33"/>
          <p:cNvSpPr/>
          <p:nvPr/>
        </p:nvSpPr>
        <p:spPr>
          <a:xfrm>
            <a:off x="7818120" y="5093208"/>
            <a:ext cx="411480" cy="329184"/>
          </a:xfrm>
          <a:prstGeom prst="lef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ft Arrow 34"/>
          <p:cNvSpPr/>
          <p:nvPr/>
        </p:nvSpPr>
        <p:spPr>
          <a:xfrm>
            <a:off x="3931920" y="5093208"/>
            <a:ext cx="411480" cy="329184"/>
          </a:xfrm>
          <a:prstGeom prst="lef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9802368" y="3886200"/>
            <a:ext cx="329184" cy="365760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Diabetes Risk Prediction  ·  Intro to Data Science  ·  Sem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10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04  · 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Calibri"/>
              </a:rPr>
              <a:t>Tools, Timeline &amp;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Calibri"/>
              </a:rPr>
              <a:t>Tools &amp; 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2432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Python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5146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Core language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2724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pandas · 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0175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Data handling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3016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matplotlib · seaborn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204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Visualization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3308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23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0233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Random Forest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3600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93B"/>
                </a:solidFill>
                <a:latin typeface="Calibri"/>
              </a:rPr>
              <a:t>Jupyter Notebook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5262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Development &amp;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011680"/>
            <a:ext cx="4846320" cy="4206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2402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59E0B"/>
                </a:solidFill>
                <a:latin typeface="Calibri"/>
              </a:rPr>
              <a:t>FOUR-WEEK 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743200"/>
            <a:ext cx="457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26974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WEEK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017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Load · clean · describe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86600" y="3611880"/>
            <a:ext cx="457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5661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WEEK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8862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EDA · correlation · plots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4480560"/>
            <a:ext cx="457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44348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WEEK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754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Train Random Forest · evaluate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5349240"/>
            <a:ext cx="4572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5303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Calibri"/>
              </a:rPr>
              <a:t>WEEK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56235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Calibri"/>
              </a:rPr>
              <a:t>Report · slides · viva prep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